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Anton" charset="1" panose="00000500000000000000"/>
      <p:regular r:id="rId15"/>
    </p:embeddedFont>
    <p:embeddedFont>
      <p:font typeface="Poppins" charset="1" panose="00000500000000000000"/>
      <p:regular r:id="rId16"/>
    </p:embeddedFont>
    <p:embeddedFont>
      <p:font typeface="Poppins Bold" charset="1" panose="00000800000000000000"/>
      <p:regular r:id="rId17"/>
    </p:embeddedFont>
    <p:embeddedFont>
      <p:font typeface="Poppins Medium" charset="1" panose="0000060000000000000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6.jpeg" Type="http://schemas.openxmlformats.org/officeDocument/2006/relationships/image"/><Relationship Id="rId6" Target="../media/image7.jpeg" Type="http://schemas.openxmlformats.org/officeDocument/2006/relationships/image"/><Relationship Id="rId7" Target="../media/image8.jpeg" Type="http://schemas.openxmlformats.org/officeDocument/2006/relationships/image"/><Relationship Id="rId8" Target="../media/image9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9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10.png" Type="http://schemas.openxmlformats.org/officeDocument/2006/relationships/image"/><Relationship Id="rId6" Target="../media/image1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1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9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3.png" Type="http://schemas.openxmlformats.org/officeDocument/2006/relationships/image"/><Relationship Id="rId4" Target="../media/image14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1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3416" r="0" b="-8341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119211" y="239233"/>
            <a:ext cx="9808535" cy="9808535"/>
          </a:xfrm>
          <a:custGeom>
            <a:avLst/>
            <a:gdLst/>
            <a:ahLst/>
            <a:cxnLst/>
            <a:rect r="r" b="b" t="t" l="l"/>
            <a:pathLst>
              <a:path h="9808535" w="9808535">
                <a:moveTo>
                  <a:pt x="0" y="0"/>
                </a:moveTo>
                <a:lnTo>
                  <a:pt x="9808535" y="0"/>
                </a:lnTo>
                <a:lnTo>
                  <a:pt x="9808535" y="9808534"/>
                </a:lnTo>
                <a:lnTo>
                  <a:pt x="0" y="98085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2092198" y="2572752"/>
            <a:ext cx="11356719" cy="5141496"/>
          </a:xfrm>
          <a:custGeom>
            <a:avLst/>
            <a:gdLst/>
            <a:ahLst/>
            <a:cxnLst/>
            <a:rect r="r" b="b" t="t" l="l"/>
            <a:pathLst>
              <a:path h="5141496" w="11356719">
                <a:moveTo>
                  <a:pt x="0" y="0"/>
                </a:moveTo>
                <a:lnTo>
                  <a:pt x="11356720" y="0"/>
                </a:lnTo>
                <a:lnTo>
                  <a:pt x="11356720" y="5141496"/>
                </a:lnTo>
                <a:lnTo>
                  <a:pt x="0" y="514149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7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9023478" y="2572752"/>
            <a:ext cx="11356719" cy="5141496"/>
          </a:xfrm>
          <a:custGeom>
            <a:avLst/>
            <a:gdLst/>
            <a:ahLst/>
            <a:cxnLst/>
            <a:rect r="r" b="b" t="t" l="l"/>
            <a:pathLst>
              <a:path h="5141496" w="11356719">
                <a:moveTo>
                  <a:pt x="11356720" y="0"/>
                </a:moveTo>
                <a:lnTo>
                  <a:pt x="0" y="0"/>
                </a:lnTo>
                <a:lnTo>
                  <a:pt x="0" y="5141496"/>
                </a:lnTo>
                <a:lnTo>
                  <a:pt x="11356720" y="5141496"/>
                </a:lnTo>
                <a:lnTo>
                  <a:pt x="11356720" y="0"/>
                </a:lnTo>
                <a:close/>
              </a:path>
            </a:pathLst>
          </a:custGeom>
          <a:blipFill>
            <a:blip r:embed="rId5">
              <a:alphaModFix amt="7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984372" y="3726507"/>
            <a:ext cx="14319257" cy="2548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851"/>
              </a:lnSpc>
            </a:pPr>
            <a:r>
              <a:rPr lang="en-US" sz="1489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OSCILLATION 3.0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344917" y="5847039"/>
            <a:ext cx="10980818" cy="12326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78"/>
              </a:lnSpc>
            </a:pPr>
            <a:r>
              <a:rPr lang="en-US" sz="6607" spc="1532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IDEATHON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792339" y="6946366"/>
            <a:ext cx="6085974" cy="689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19"/>
              </a:lnSpc>
            </a:pPr>
            <a:r>
              <a:rPr lang="en-US" sz="3662" spc="84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PITCH DECK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3416" r="0" b="-8341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4245226" y="3580199"/>
            <a:ext cx="9808535" cy="9808535"/>
          </a:xfrm>
          <a:custGeom>
            <a:avLst/>
            <a:gdLst/>
            <a:ahLst/>
            <a:cxnLst/>
            <a:rect r="r" b="b" t="t" l="l"/>
            <a:pathLst>
              <a:path h="9808535" w="9808535">
                <a:moveTo>
                  <a:pt x="0" y="0"/>
                </a:moveTo>
                <a:lnTo>
                  <a:pt x="9808535" y="0"/>
                </a:lnTo>
                <a:lnTo>
                  <a:pt x="9808535" y="9808535"/>
                </a:lnTo>
                <a:lnTo>
                  <a:pt x="0" y="98085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>
            <a:grpSpLocks noChangeAspect="true"/>
          </p:cNvGrpSpPr>
          <p:nvPr/>
        </p:nvGrpSpPr>
        <p:grpSpPr>
          <a:xfrm rot="0">
            <a:off x="1028700" y="3580199"/>
            <a:ext cx="2981296" cy="2981296"/>
            <a:chOff x="0" y="0"/>
            <a:chExt cx="6350000" cy="6350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5080000" y="6350000"/>
                  </a:moveTo>
                  <a:lnTo>
                    <a:pt x="1270000" y="6350000"/>
                  </a:lnTo>
                  <a:cubicBezTo>
                    <a:pt x="568960" y="6350000"/>
                    <a:pt x="0" y="5781040"/>
                    <a:pt x="0" y="5080000"/>
                  </a:cubicBezTo>
                  <a:lnTo>
                    <a:pt x="0" y="1270000"/>
                  </a:lnTo>
                  <a:cubicBezTo>
                    <a:pt x="0" y="568960"/>
                    <a:pt x="568960" y="0"/>
                    <a:pt x="1270000" y="0"/>
                  </a:cubicBezTo>
                  <a:lnTo>
                    <a:pt x="5080000" y="0"/>
                  </a:lnTo>
                  <a:cubicBezTo>
                    <a:pt x="5781040" y="0"/>
                    <a:pt x="6350000" y="568960"/>
                    <a:pt x="6350000" y="1270000"/>
                  </a:cubicBezTo>
                  <a:lnTo>
                    <a:pt x="6350000" y="5080000"/>
                  </a:lnTo>
                  <a:cubicBezTo>
                    <a:pt x="6350000" y="5781040"/>
                    <a:pt x="5781040" y="6350000"/>
                    <a:pt x="5080000" y="6350000"/>
                  </a:cubicBezTo>
                  <a:close/>
                </a:path>
              </a:pathLst>
            </a:custGeom>
            <a:blipFill>
              <a:blip r:embed="rId5"/>
              <a:stretch>
                <a:fillRect l="-25000" t="0" r="-24999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5080000" y="19050"/>
                  </a:moveTo>
                  <a:cubicBezTo>
                    <a:pt x="5769610" y="19050"/>
                    <a:pt x="6330950" y="580390"/>
                    <a:pt x="6330950" y="1270000"/>
                  </a:cubicBezTo>
                  <a:lnTo>
                    <a:pt x="6330950" y="5080000"/>
                  </a:lnTo>
                  <a:cubicBezTo>
                    <a:pt x="6330950" y="5769610"/>
                    <a:pt x="5769610" y="6330950"/>
                    <a:pt x="5080000" y="6330950"/>
                  </a:cubicBezTo>
                  <a:lnTo>
                    <a:pt x="1270000" y="6330950"/>
                  </a:lnTo>
                  <a:cubicBezTo>
                    <a:pt x="580390" y="6330950"/>
                    <a:pt x="19050" y="5769610"/>
                    <a:pt x="19050" y="5080000"/>
                  </a:cubicBezTo>
                  <a:lnTo>
                    <a:pt x="19050" y="1270000"/>
                  </a:lnTo>
                  <a:cubicBezTo>
                    <a:pt x="19050" y="580390"/>
                    <a:pt x="580390" y="19050"/>
                    <a:pt x="1270000" y="19050"/>
                  </a:cubicBezTo>
                  <a:lnTo>
                    <a:pt x="5080000" y="19050"/>
                  </a:lnTo>
                  <a:moveTo>
                    <a:pt x="5080000" y="0"/>
                  </a:moveTo>
                  <a:lnTo>
                    <a:pt x="1270000" y="0"/>
                  </a:lnTo>
                  <a:cubicBezTo>
                    <a:pt x="568960" y="0"/>
                    <a:pt x="0" y="568960"/>
                    <a:pt x="0" y="1270000"/>
                  </a:cubicBezTo>
                  <a:lnTo>
                    <a:pt x="0" y="5080000"/>
                  </a:lnTo>
                  <a:cubicBezTo>
                    <a:pt x="0" y="5781040"/>
                    <a:pt x="568960" y="6350000"/>
                    <a:pt x="1270000" y="6350000"/>
                  </a:cubicBezTo>
                  <a:lnTo>
                    <a:pt x="5080000" y="6350000"/>
                  </a:lnTo>
                  <a:cubicBezTo>
                    <a:pt x="5781040" y="6350000"/>
                    <a:pt x="6350000" y="5781040"/>
                    <a:pt x="6350000" y="5080000"/>
                  </a:cubicBezTo>
                  <a:lnTo>
                    <a:pt x="6350000" y="1270000"/>
                  </a:lnTo>
                  <a:cubicBezTo>
                    <a:pt x="6350000" y="568960"/>
                    <a:pt x="5781040" y="0"/>
                    <a:pt x="5080000" y="0"/>
                  </a:cubicBezTo>
                  <a:lnTo>
                    <a:pt x="508000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>
            <a:grpSpLocks noChangeAspect="true"/>
          </p:cNvGrpSpPr>
          <p:nvPr/>
        </p:nvGrpSpPr>
        <p:grpSpPr>
          <a:xfrm rot="0">
            <a:off x="5457190" y="3580199"/>
            <a:ext cx="2981296" cy="2981296"/>
            <a:chOff x="0" y="0"/>
            <a:chExt cx="6350000" cy="635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5080000" y="6350000"/>
                  </a:moveTo>
                  <a:lnTo>
                    <a:pt x="1270000" y="6350000"/>
                  </a:lnTo>
                  <a:cubicBezTo>
                    <a:pt x="568960" y="6350000"/>
                    <a:pt x="0" y="5781040"/>
                    <a:pt x="0" y="5080000"/>
                  </a:cubicBezTo>
                  <a:lnTo>
                    <a:pt x="0" y="1270000"/>
                  </a:lnTo>
                  <a:cubicBezTo>
                    <a:pt x="0" y="568960"/>
                    <a:pt x="568960" y="0"/>
                    <a:pt x="1270000" y="0"/>
                  </a:cubicBezTo>
                  <a:lnTo>
                    <a:pt x="5080000" y="0"/>
                  </a:lnTo>
                  <a:cubicBezTo>
                    <a:pt x="5781040" y="0"/>
                    <a:pt x="6350000" y="568960"/>
                    <a:pt x="6350000" y="1270000"/>
                  </a:cubicBezTo>
                  <a:lnTo>
                    <a:pt x="6350000" y="5080000"/>
                  </a:lnTo>
                  <a:cubicBezTo>
                    <a:pt x="6350000" y="5781040"/>
                    <a:pt x="5781040" y="6350000"/>
                    <a:pt x="5080000" y="6350000"/>
                  </a:cubicBezTo>
                  <a:close/>
                </a:path>
              </a:pathLst>
            </a:custGeom>
            <a:blipFill>
              <a:blip r:embed="rId6"/>
              <a:stretch>
                <a:fillRect l="0" t="-12500" r="0" b="-1250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5080000" y="19050"/>
                  </a:moveTo>
                  <a:cubicBezTo>
                    <a:pt x="5769610" y="19050"/>
                    <a:pt x="6330950" y="580390"/>
                    <a:pt x="6330950" y="1270000"/>
                  </a:cubicBezTo>
                  <a:lnTo>
                    <a:pt x="6330950" y="5080000"/>
                  </a:lnTo>
                  <a:cubicBezTo>
                    <a:pt x="6330950" y="5769610"/>
                    <a:pt x="5769610" y="6330950"/>
                    <a:pt x="5080000" y="6330950"/>
                  </a:cubicBezTo>
                  <a:lnTo>
                    <a:pt x="1270000" y="6330950"/>
                  </a:lnTo>
                  <a:cubicBezTo>
                    <a:pt x="580390" y="6330950"/>
                    <a:pt x="19050" y="5769610"/>
                    <a:pt x="19050" y="5080000"/>
                  </a:cubicBezTo>
                  <a:lnTo>
                    <a:pt x="19050" y="1270000"/>
                  </a:lnTo>
                  <a:cubicBezTo>
                    <a:pt x="19050" y="580390"/>
                    <a:pt x="580390" y="19050"/>
                    <a:pt x="1270000" y="19050"/>
                  </a:cubicBezTo>
                  <a:lnTo>
                    <a:pt x="5080000" y="19050"/>
                  </a:lnTo>
                  <a:moveTo>
                    <a:pt x="5080000" y="0"/>
                  </a:moveTo>
                  <a:lnTo>
                    <a:pt x="1270000" y="0"/>
                  </a:lnTo>
                  <a:cubicBezTo>
                    <a:pt x="568960" y="0"/>
                    <a:pt x="0" y="568960"/>
                    <a:pt x="0" y="1270000"/>
                  </a:cubicBezTo>
                  <a:lnTo>
                    <a:pt x="0" y="5080000"/>
                  </a:lnTo>
                  <a:cubicBezTo>
                    <a:pt x="0" y="5781040"/>
                    <a:pt x="568960" y="6350000"/>
                    <a:pt x="1270000" y="6350000"/>
                  </a:cubicBezTo>
                  <a:lnTo>
                    <a:pt x="5080000" y="6350000"/>
                  </a:lnTo>
                  <a:cubicBezTo>
                    <a:pt x="5781040" y="6350000"/>
                    <a:pt x="6350000" y="5781040"/>
                    <a:pt x="6350000" y="5080000"/>
                  </a:cubicBezTo>
                  <a:lnTo>
                    <a:pt x="6350000" y="1270000"/>
                  </a:lnTo>
                  <a:cubicBezTo>
                    <a:pt x="6350000" y="568960"/>
                    <a:pt x="5781040" y="0"/>
                    <a:pt x="5080000" y="0"/>
                  </a:cubicBezTo>
                  <a:lnTo>
                    <a:pt x="508000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11094397" y="-4490932"/>
            <a:ext cx="9808535" cy="9808535"/>
          </a:xfrm>
          <a:custGeom>
            <a:avLst/>
            <a:gdLst/>
            <a:ahLst/>
            <a:cxnLst/>
            <a:rect r="r" b="b" t="t" l="l"/>
            <a:pathLst>
              <a:path h="9808535" w="9808535">
                <a:moveTo>
                  <a:pt x="0" y="0"/>
                </a:moveTo>
                <a:lnTo>
                  <a:pt x="9808535" y="0"/>
                </a:lnTo>
                <a:lnTo>
                  <a:pt x="9808535" y="9808535"/>
                </a:lnTo>
                <a:lnTo>
                  <a:pt x="0" y="98085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>
            <a:grpSpLocks noChangeAspect="true"/>
          </p:cNvGrpSpPr>
          <p:nvPr/>
        </p:nvGrpSpPr>
        <p:grpSpPr>
          <a:xfrm rot="0">
            <a:off x="9603749" y="3652852"/>
            <a:ext cx="2981296" cy="2981296"/>
            <a:chOff x="0" y="0"/>
            <a:chExt cx="6350000" cy="6350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5080000" y="6350000"/>
                  </a:moveTo>
                  <a:lnTo>
                    <a:pt x="1270000" y="6350000"/>
                  </a:lnTo>
                  <a:cubicBezTo>
                    <a:pt x="568960" y="6350000"/>
                    <a:pt x="0" y="5781040"/>
                    <a:pt x="0" y="5080000"/>
                  </a:cubicBezTo>
                  <a:lnTo>
                    <a:pt x="0" y="1270000"/>
                  </a:lnTo>
                  <a:cubicBezTo>
                    <a:pt x="0" y="568960"/>
                    <a:pt x="568960" y="0"/>
                    <a:pt x="1270000" y="0"/>
                  </a:cubicBezTo>
                  <a:lnTo>
                    <a:pt x="5080000" y="0"/>
                  </a:lnTo>
                  <a:cubicBezTo>
                    <a:pt x="5781040" y="0"/>
                    <a:pt x="6350000" y="568960"/>
                    <a:pt x="6350000" y="1270000"/>
                  </a:cubicBezTo>
                  <a:lnTo>
                    <a:pt x="6350000" y="5080000"/>
                  </a:lnTo>
                  <a:cubicBezTo>
                    <a:pt x="6350000" y="5781040"/>
                    <a:pt x="5781040" y="6350000"/>
                    <a:pt x="5080000" y="6350000"/>
                  </a:cubicBezTo>
                  <a:close/>
                </a:path>
              </a:pathLst>
            </a:custGeom>
            <a:blipFill>
              <a:blip r:embed="rId7"/>
              <a:stretch>
                <a:fillRect l="-13902" t="0" r="-36097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5080000" y="19050"/>
                  </a:moveTo>
                  <a:cubicBezTo>
                    <a:pt x="5769610" y="19050"/>
                    <a:pt x="6330950" y="580390"/>
                    <a:pt x="6330950" y="1270000"/>
                  </a:cubicBezTo>
                  <a:lnTo>
                    <a:pt x="6330950" y="5080000"/>
                  </a:lnTo>
                  <a:cubicBezTo>
                    <a:pt x="6330950" y="5769610"/>
                    <a:pt x="5769610" y="6330950"/>
                    <a:pt x="5080000" y="6330950"/>
                  </a:cubicBezTo>
                  <a:lnTo>
                    <a:pt x="1270000" y="6330950"/>
                  </a:lnTo>
                  <a:cubicBezTo>
                    <a:pt x="580390" y="6330950"/>
                    <a:pt x="19050" y="5769610"/>
                    <a:pt x="19050" y="5080000"/>
                  </a:cubicBezTo>
                  <a:lnTo>
                    <a:pt x="19050" y="1270000"/>
                  </a:lnTo>
                  <a:cubicBezTo>
                    <a:pt x="19050" y="580390"/>
                    <a:pt x="580390" y="19050"/>
                    <a:pt x="1270000" y="19050"/>
                  </a:cubicBezTo>
                  <a:lnTo>
                    <a:pt x="5080000" y="19050"/>
                  </a:lnTo>
                  <a:moveTo>
                    <a:pt x="5080000" y="0"/>
                  </a:moveTo>
                  <a:lnTo>
                    <a:pt x="1270000" y="0"/>
                  </a:lnTo>
                  <a:cubicBezTo>
                    <a:pt x="568960" y="0"/>
                    <a:pt x="0" y="568960"/>
                    <a:pt x="0" y="1270000"/>
                  </a:cubicBezTo>
                  <a:lnTo>
                    <a:pt x="0" y="5080000"/>
                  </a:lnTo>
                  <a:cubicBezTo>
                    <a:pt x="0" y="5781040"/>
                    <a:pt x="568960" y="6350000"/>
                    <a:pt x="1270000" y="6350000"/>
                  </a:cubicBezTo>
                  <a:lnTo>
                    <a:pt x="5080000" y="6350000"/>
                  </a:lnTo>
                  <a:cubicBezTo>
                    <a:pt x="5781040" y="6350000"/>
                    <a:pt x="6350000" y="5781040"/>
                    <a:pt x="6350000" y="5080000"/>
                  </a:cubicBezTo>
                  <a:lnTo>
                    <a:pt x="6350000" y="1270000"/>
                  </a:lnTo>
                  <a:cubicBezTo>
                    <a:pt x="6350000" y="568960"/>
                    <a:pt x="5781040" y="0"/>
                    <a:pt x="5080000" y="0"/>
                  </a:cubicBezTo>
                  <a:lnTo>
                    <a:pt x="508000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14201355" y="-3775526"/>
            <a:ext cx="6453726" cy="6469900"/>
          </a:xfrm>
          <a:custGeom>
            <a:avLst/>
            <a:gdLst/>
            <a:ahLst/>
            <a:cxnLst/>
            <a:rect r="r" b="b" t="t" l="l"/>
            <a:pathLst>
              <a:path h="6469900" w="6453726">
                <a:moveTo>
                  <a:pt x="0" y="0"/>
                </a:moveTo>
                <a:lnTo>
                  <a:pt x="6453726" y="0"/>
                </a:lnTo>
                <a:lnTo>
                  <a:pt x="6453726" y="6469900"/>
                </a:lnTo>
                <a:lnTo>
                  <a:pt x="0" y="64699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722039" y="6794857"/>
            <a:ext cx="3594618" cy="457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b="true" sz="2624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Aaron Loeb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92525" y="7390173"/>
            <a:ext cx="2453646" cy="325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8"/>
              </a:lnSpc>
            </a:pPr>
            <a:r>
              <a:rPr lang="en-US" b="true" sz="1791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Team Member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349175" y="6855713"/>
            <a:ext cx="3594618" cy="457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b="true" sz="2624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Olivia Wilson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496192" y="6855713"/>
            <a:ext cx="3196410" cy="457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b="true" sz="2624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Juliana Silva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823547" y="1565945"/>
            <a:ext cx="6640906" cy="1410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00"/>
              </a:lnSpc>
            </a:pPr>
            <a:r>
              <a:rPr lang="en-US" sz="973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OUR TEAM</a:t>
            </a:r>
          </a:p>
        </p:txBody>
      </p:sp>
      <p:grpSp>
        <p:nvGrpSpPr>
          <p:cNvPr name="Group 20" id="20"/>
          <p:cNvGrpSpPr>
            <a:grpSpLocks noChangeAspect="true"/>
          </p:cNvGrpSpPr>
          <p:nvPr/>
        </p:nvGrpSpPr>
        <p:grpSpPr>
          <a:xfrm rot="0">
            <a:off x="13937530" y="3652852"/>
            <a:ext cx="2981296" cy="2981296"/>
            <a:chOff x="0" y="0"/>
            <a:chExt cx="6350000" cy="63500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5080000" y="6350000"/>
                  </a:moveTo>
                  <a:lnTo>
                    <a:pt x="1270000" y="6350000"/>
                  </a:lnTo>
                  <a:cubicBezTo>
                    <a:pt x="568960" y="6350000"/>
                    <a:pt x="0" y="5781040"/>
                    <a:pt x="0" y="5080000"/>
                  </a:cubicBezTo>
                  <a:lnTo>
                    <a:pt x="0" y="1270000"/>
                  </a:lnTo>
                  <a:cubicBezTo>
                    <a:pt x="0" y="568960"/>
                    <a:pt x="568960" y="0"/>
                    <a:pt x="1270000" y="0"/>
                  </a:cubicBezTo>
                  <a:lnTo>
                    <a:pt x="5080000" y="0"/>
                  </a:lnTo>
                  <a:cubicBezTo>
                    <a:pt x="5781040" y="0"/>
                    <a:pt x="6350000" y="568960"/>
                    <a:pt x="6350000" y="1270000"/>
                  </a:cubicBezTo>
                  <a:lnTo>
                    <a:pt x="6350000" y="5080000"/>
                  </a:lnTo>
                  <a:cubicBezTo>
                    <a:pt x="6350000" y="5781040"/>
                    <a:pt x="5781040" y="6350000"/>
                    <a:pt x="5080000" y="6350000"/>
                  </a:cubicBezTo>
                  <a:close/>
                </a:path>
              </a:pathLst>
            </a:custGeom>
            <a:blipFill>
              <a:blip r:embed="rId7"/>
              <a:stretch>
                <a:fillRect l="-13902" t="0" r="-36097" b="0"/>
              </a:stretch>
            </a:blip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5080000" y="19050"/>
                  </a:moveTo>
                  <a:cubicBezTo>
                    <a:pt x="5769610" y="19050"/>
                    <a:pt x="6330950" y="580390"/>
                    <a:pt x="6330950" y="1270000"/>
                  </a:cubicBezTo>
                  <a:lnTo>
                    <a:pt x="6330950" y="5080000"/>
                  </a:lnTo>
                  <a:cubicBezTo>
                    <a:pt x="6330950" y="5769610"/>
                    <a:pt x="5769610" y="6330950"/>
                    <a:pt x="5080000" y="6330950"/>
                  </a:cubicBezTo>
                  <a:lnTo>
                    <a:pt x="1270000" y="6330950"/>
                  </a:lnTo>
                  <a:cubicBezTo>
                    <a:pt x="580390" y="6330950"/>
                    <a:pt x="19050" y="5769610"/>
                    <a:pt x="19050" y="5080000"/>
                  </a:cubicBezTo>
                  <a:lnTo>
                    <a:pt x="19050" y="1270000"/>
                  </a:lnTo>
                  <a:cubicBezTo>
                    <a:pt x="19050" y="580390"/>
                    <a:pt x="580390" y="19050"/>
                    <a:pt x="1270000" y="19050"/>
                  </a:cubicBezTo>
                  <a:lnTo>
                    <a:pt x="5080000" y="19050"/>
                  </a:lnTo>
                  <a:moveTo>
                    <a:pt x="5080000" y="0"/>
                  </a:moveTo>
                  <a:lnTo>
                    <a:pt x="1270000" y="0"/>
                  </a:lnTo>
                  <a:cubicBezTo>
                    <a:pt x="568960" y="0"/>
                    <a:pt x="0" y="568960"/>
                    <a:pt x="0" y="1270000"/>
                  </a:cubicBezTo>
                  <a:lnTo>
                    <a:pt x="0" y="5080000"/>
                  </a:lnTo>
                  <a:cubicBezTo>
                    <a:pt x="0" y="5781040"/>
                    <a:pt x="568960" y="6350000"/>
                    <a:pt x="1270000" y="6350000"/>
                  </a:cubicBezTo>
                  <a:lnTo>
                    <a:pt x="5080000" y="6350000"/>
                  </a:lnTo>
                  <a:cubicBezTo>
                    <a:pt x="5781040" y="6350000"/>
                    <a:pt x="6350000" y="5781040"/>
                    <a:pt x="6350000" y="5080000"/>
                  </a:cubicBezTo>
                  <a:lnTo>
                    <a:pt x="6350000" y="1270000"/>
                  </a:lnTo>
                  <a:cubicBezTo>
                    <a:pt x="6350000" y="568960"/>
                    <a:pt x="5781040" y="0"/>
                    <a:pt x="5080000" y="0"/>
                  </a:cubicBezTo>
                  <a:lnTo>
                    <a:pt x="508000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3829973" y="6855713"/>
            <a:ext cx="3196410" cy="457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b="true" sz="2624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Juliana Silva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397670" y="7390173"/>
            <a:ext cx="2453646" cy="325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8"/>
              </a:lnSpc>
            </a:pPr>
            <a:r>
              <a:rPr lang="en-US" b="true" sz="1791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Team Member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867574" y="7390173"/>
            <a:ext cx="2453646" cy="325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8"/>
              </a:lnSpc>
            </a:pPr>
            <a:r>
              <a:rPr lang="en-US" b="true" sz="1791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Team Member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823547" y="7390173"/>
            <a:ext cx="2453646" cy="325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8"/>
              </a:lnSpc>
            </a:pPr>
            <a:r>
              <a:rPr lang="en-US" b="true" sz="1791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Team Member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3416" r="0" b="-8341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56755" y="271714"/>
            <a:ext cx="9808535" cy="9808535"/>
          </a:xfrm>
          <a:custGeom>
            <a:avLst/>
            <a:gdLst/>
            <a:ahLst/>
            <a:cxnLst/>
            <a:rect r="r" b="b" t="t" l="l"/>
            <a:pathLst>
              <a:path h="9808535" w="9808535">
                <a:moveTo>
                  <a:pt x="0" y="0"/>
                </a:moveTo>
                <a:lnTo>
                  <a:pt x="9808535" y="0"/>
                </a:lnTo>
                <a:lnTo>
                  <a:pt x="9808535" y="9808535"/>
                </a:lnTo>
                <a:lnTo>
                  <a:pt x="0" y="98085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647175" y="1648398"/>
            <a:ext cx="6057239" cy="2556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0033"/>
              </a:lnSpc>
            </a:pPr>
            <a:r>
              <a:rPr lang="en-US" sz="887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PROBLEM STATEMENT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-2006748" y="1581723"/>
            <a:ext cx="6453726" cy="6469900"/>
          </a:xfrm>
          <a:custGeom>
            <a:avLst/>
            <a:gdLst/>
            <a:ahLst/>
            <a:cxnLst/>
            <a:rect r="r" b="b" t="t" l="l"/>
            <a:pathLst>
              <a:path h="6469900" w="6453726">
                <a:moveTo>
                  <a:pt x="0" y="0"/>
                </a:moveTo>
                <a:lnTo>
                  <a:pt x="6453726" y="0"/>
                </a:lnTo>
                <a:lnTo>
                  <a:pt x="6453726" y="6469901"/>
                </a:lnTo>
                <a:lnTo>
                  <a:pt x="0" y="646990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3416" r="0" b="-8341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447505" y="2318766"/>
            <a:ext cx="12142479" cy="12142479"/>
          </a:xfrm>
          <a:custGeom>
            <a:avLst/>
            <a:gdLst/>
            <a:ahLst/>
            <a:cxnLst/>
            <a:rect r="r" b="b" t="t" l="l"/>
            <a:pathLst>
              <a:path h="12142479" w="12142479">
                <a:moveTo>
                  <a:pt x="0" y="0"/>
                </a:moveTo>
                <a:lnTo>
                  <a:pt x="12142479" y="0"/>
                </a:lnTo>
                <a:lnTo>
                  <a:pt x="12142479" y="12142478"/>
                </a:lnTo>
                <a:lnTo>
                  <a:pt x="0" y="1214247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3610843" y="7595433"/>
            <a:ext cx="8708571" cy="8229600"/>
          </a:xfrm>
          <a:custGeom>
            <a:avLst/>
            <a:gdLst/>
            <a:ahLst/>
            <a:cxnLst/>
            <a:rect r="r" b="b" t="t" l="l"/>
            <a:pathLst>
              <a:path h="8229600" w="8708571">
                <a:moveTo>
                  <a:pt x="0" y="0"/>
                </a:moveTo>
                <a:lnTo>
                  <a:pt x="8708572" y="0"/>
                </a:lnTo>
                <a:lnTo>
                  <a:pt x="870857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3767487" y="-2983620"/>
            <a:ext cx="9353441" cy="6757861"/>
          </a:xfrm>
          <a:custGeom>
            <a:avLst/>
            <a:gdLst/>
            <a:ahLst/>
            <a:cxnLst/>
            <a:rect r="r" b="b" t="t" l="l"/>
            <a:pathLst>
              <a:path h="6757861" w="9353441">
                <a:moveTo>
                  <a:pt x="0" y="0"/>
                </a:moveTo>
                <a:lnTo>
                  <a:pt x="9353442" y="0"/>
                </a:lnTo>
                <a:lnTo>
                  <a:pt x="9353442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5726641" y="-5498947"/>
            <a:ext cx="12142479" cy="12142479"/>
          </a:xfrm>
          <a:custGeom>
            <a:avLst/>
            <a:gdLst/>
            <a:ahLst/>
            <a:cxnLst/>
            <a:rect r="r" b="b" t="t" l="l"/>
            <a:pathLst>
              <a:path h="12142479" w="12142479">
                <a:moveTo>
                  <a:pt x="0" y="0"/>
                </a:moveTo>
                <a:lnTo>
                  <a:pt x="12142479" y="0"/>
                </a:lnTo>
                <a:lnTo>
                  <a:pt x="12142479" y="12142478"/>
                </a:lnTo>
                <a:lnTo>
                  <a:pt x="0" y="1214247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076325"/>
            <a:ext cx="7506478" cy="10833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21"/>
              </a:lnSpc>
            </a:pPr>
            <a:r>
              <a:rPr lang="en-US" sz="745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PROPOSED SOLUTION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3416" r="0" b="-8341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4384142" y="-3875567"/>
            <a:ext cx="9808535" cy="9808535"/>
          </a:xfrm>
          <a:custGeom>
            <a:avLst/>
            <a:gdLst/>
            <a:ahLst/>
            <a:cxnLst/>
            <a:rect r="r" b="b" t="t" l="l"/>
            <a:pathLst>
              <a:path h="9808535" w="9808535">
                <a:moveTo>
                  <a:pt x="0" y="0"/>
                </a:moveTo>
                <a:lnTo>
                  <a:pt x="9808535" y="0"/>
                </a:lnTo>
                <a:lnTo>
                  <a:pt x="9808535" y="9808534"/>
                </a:lnTo>
                <a:lnTo>
                  <a:pt x="0" y="98085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464453" y="4302138"/>
            <a:ext cx="9808535" cy="9808535"/>
          </a:xfrm>
          <a:custGeom>
            <a:avLst/>
            <a:gdLst/>
            <a:ahLst/>
            <a:cxnLst/>
            <a:rect r="r" b="b" t="t" l="l"/>
            <a:pathLst>
              <a:path h="9808535" w="9808535">
                <a:moveTo>
                  <a:pt x="0" y="0"/>
                </a:moveTo>
                <a:lnTo>
                  <a:pt x="9808535" y="0"/>
                </a:lnTo>
                <a:lnTo>
                  <a:pt x="9808535" y="9808535"/>
                </a:lnTo>
                <a:lnTo>
                  <a:pt x="0" y="98085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31379" y="-2431115"/>
            <a:ext cx="5964533" cy="5532104"/>
          </a:xfrm>
          <a:custGeom>
            <a:avLst/>
            <a:gdLst/>
            <a:ahLst/>
            <a:cxnLst/>
            <a:rect r="r" b="b" t="t" l="l"/>
            <a:pathLst>
              <a:path h="5532104" w="5964533">
                <a:moveTo>
                  <a:pt x="0" y="0"/>
                </a:moveTo>
                <a:lnTo>
                  <a:pt x="5964532" y="0"/>
                </a:lnTo>
                <a:lnTo>
                  <a:pt x="5964532" y="5532104"/>
                </a:lnTo>
                <a:lnTo>
                  <a:pt x="0" y="55321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1076325"/>
            <a:ext cx="5808128" cy="1085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18"/>
              </a:lnSpc>
            </a:pPr>
            <a:r>
              <a:rPr lang="en-US" sz="744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IDENTIFIED GAPS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3416" r="0" b="-8341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202606" y="460460"/>
            <a:ext cx="10173559" cy="10173559"/>
          </a:xfrm>
          <a:custGeom>
            <a:avLst/>
            <a:gdLst/>
            <a:ahLst/>
            <a:cxnLst/>
            <a:rect r="r" b="b" t="t" l="l"/>
            <a:pathLst>
              <a:path h="10173559" w="10173559">
                <a:moveTo>
                  <a:pt x="0" y="0"/>
                </a:moveTo>
                <a:lnTo>
                  <a:pt x="10173559" y="0"/>
                </a:lnTo>
                <a:lnTo>
                  <a:pt x="10173559" y="10173559"/>
                </a:lnTo>
                <a:lnTo>
                  <a:pt x="0" y="1017355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338418" y="1098377"/>
            <a:ext cx="15333964" cy="1085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8418"/>
              </a:lnSpc>
            </a:pPr>
            <a:r>
              <a:rPr lang="en-US" sz="744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NOVELTY ( HOW THE IDEA IS INNOVATIVE )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4408289" y="4789514"/>
            <a:ext cx="6453726" cy="6469900"/>
          </a:xfrm>
          <a:custGeom>
            <a:avLst/>
            <a:gdLst/>
            <a:ahLst/>
            <a:cxnLst/>
            <a:rect r="r" b="b" t="t" l="l"/>
            <a:pathLst>
              <a:path h="6469900" w="6453726">
                <a:moveTo>
                  <a:pt x="0" y="0"/>
                </a:moveTo>
                <a:lnTo>
                  <a:pt x="6453725" y="0"/>
                </a:lnTo>
                <a:lnTo>
                  <a:pt x="6453725" y="6469900"/>
                </a:lnTo>
                <a:lnTo>
                  <a:pt x="0" y="64699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3416" r="0" b="-8341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626392" y="1364169"/>
            <a:ext cx="11606563" cy="11606563"/>
          </a:xfrm>
          <a:custGeom>
            <a:avLst/>
            <a:gdLst/>
            <a:ahLst/>
            <a:cxnLst/>
            <a:rect r="r" b="b" t="t" l="l"/>
            <a:pathLst>
              <a:path h="11606563" w="11606563">
                <a:moveTo>
                  <a:pt x="0" y="0"/>
                </a:moveTo>
                <a:lnTo>
                  <a:pt x="11606563" y="0"/>
                </a:lnTo>
                <a:lnTo>
                  <a:pt x="11606563" y="11606562"/>
                </a:lnTo>
                <a:lnTo>
                  <a:pt x="0" y="1160656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2092198" y="8344438"/>
            <a:ext cx="11356719" cy="5141496"/>
          </a:xfrm>
          <a:custGeom>
            <a:avLst/>
            <a:gdLst/>
            <a:ahLst/>
            <a:cxnLst/>
            <a:rect r="r" b="b" t="t" l="l"/>
            <a:pathLst>
              <a:path h="5141496" w="11356719">
                <a:moveTo>
                  <a:pt x="0" y="0"/>
                </a:moveTo>
                <a:lnTo>
                  <a:pt x="11356720" y="0"/>
                </a:lnTo>
                <a:lnTo>
                  <a:pt x="11356720" y="5141496"/>
                </a:lnTo>
                <a:lnTo>
                  <a:pt x="0" y="514149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7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9023478" y="8344438"/>
            <a:ext cx="11356719" cy="5141496"/>
          </a:xfrm>
          <a:custGeom>
            <a:avLst/>
            <a:gdLst/>
            <a:ahLst/>
            <a:cxnLst/>
            <a:rect r="r" b="b" t="t" l="l"/>
            <a:pathLst>
              <a:path h="5141496" w="11356719">
                <a:moveTo>
                  <a:pt x="11356720" y="0"/>
                </a:moveTo>
                <a:lnTo>
                  <a:pt x="0" y="0"/>
                </a:lnTo>
                <a:lnTo>
                  <a:pt x="0" y="5141496"/>
                </a:lnTo>
                <a:lnTo>
                  <a:pt x="11356720" y="5141496"/>
                </a:lnTo>
                <a:lnTo>
                  <a:pt x="11356720" y="0"/>
                </a:lnTo>
                <a:close/>
              </a:path>
            </a:pathLst>
          </a:custGeom>
          <a:blipFill>
            <a:blip r:embed="rId5">
              <a:alphaModFix amt="7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7825071">
            <a:off x="11077803" y="-2910027"/>
            <a:ext cx="11356719" cy="5141496"/>
          </a:xfrm>
          <a:custGeom>
            <a:avLst/>
            <a:gdLst/>
            <a:ahLst/>
            <a:cxnLst/>
            <a:rect r="r" b="b" t="t" l="l"/>
            <a:pathLst>
              <a:path h="5141496" w="11356719">
                <a:moveTo>
                  <a:pt x="0" y="0"/>
                </a:moveTo>
                <a:lnTo>
                  <a:pt x="11356720" y="0"/>
                </a:lnTo>
                <a:lnTo>
                  <a:pt x="11356720" y="5141497"/>
                </a:lnTo>
                <a:lnTo>
                  <a:pt x="0" y="514149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7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5472428" y="-6142560"/>
            <a:ext cx="11606563" cy="11606563"/>
          </a:xfrm>
          <a:custGeom>
            <a:avLst/>
            <a:gdLst/>
            <a:ahLst/>
            <a:cxnLst/>
            <a:rect r="r" b="b" t="t" l="l"/>
            <a:pathLst>
              <a:path h="11606563" w="11606563">
                <a:moveTo>
                  <a:pt x="0" y="0"/>
                </a:moveTo>
                <a:lnTo>
                  <a:pt x="11606562" y="0"/>
                </a:lnTo>
                <a:lnTo>
                  <a:pt x="11606562" y="11606563"/>
                </a:lnTo>
                <a:lnTo>
                  <a:pt x="0" y="116065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85174" y="1076325"/>
            <a:ext cx="14693646" cy="1085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18"/>
              </a:lnSpc>
            </a:pPr>
            <a:r>
              <a:rPr lang="en-US" sz="744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MARKET ANALYSIS AND COMPETITORS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3416" r="0" b="-8341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869266" y="-3761079"/>
            <a:ext cx="9808535" cy="9808535"/>
          </a:xfrm>
          <a:custGeom>
            <a:avLst/>
            <a:gdLst/>
            <a:ahLst/>
            <a:cxnLst/>
            <a:rect r="r" b="b" t="t" l="l"/>
            <a:pathLst>
              <a:path h="9808535" w="9808535">
                <a:moveTo>
                  <a:pt x="0" y="0"/>
                </a:moveTo>
                <a:lnTo>
                  <a:pt x="9808535" y="0"/>
                </a:lnTo>
                <a:lnTo>
                  <a:pt x="9808535" y="9808535"/>
                </a:lnTo>
                <a:lnTo>
                  <a:pt x="0" y="98085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-5368642" y="2727611"/>
            <a:ext cx="11356719" cy="5141496"/>
          </a:xfrm>
          <a:custGeom>
            <a:avLst/>
            <a:gdLst/>
            <a:ahLst/>
            <a:cxnLst/>
            <a:rect r="r" b="b" t="t" l="l"/>
            <a:pathLst>
              <a:path h="5141496" w="11356719">
                <a:moveTo>
                  <a:pt x="0" y="0"/>
                </a:moveTo>
                <a:lnTo>
                  <a:pt x="11356719" y="0"/>
                </a:lnTo>
                <a:lnTo>
                  <a:pt x="11356719" y="5141496"/>
                </a:lnTo>
                <a:lnTo>
                  <a:pt x="0" y="514149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7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0627136">
            <a:off x="16333720" y="6278250"/>
            <a:ext cx="9353441" cy="6757861"/>
          </a:xfrm>
          <a:custGeom>
            <a:avLst/>
            <a:gdLst/>
            <a:ahLst/>
            <a:cxnLst/>
            <a:rect r="r" b="b" t="t" l="l"/>
            <a:pathLst>
              <a:path h="6757861" w="9353441">
                <a:moveTo>
                  <a:pt x="0" y="0"/>
                </a:moveTo>
                <a:lnTo>
                  <a:pt x="9353441" y="0"/>
                </a:lnTo>
                <a:lnTo>
                  <a:pt x="9353441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1076325"/>
            <a:ext cx="10005688" cy="1085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8418"/>
              </a:lnSpc>
            </a:pPr>
            <a:r>
              <a:rPr lang="en-US" sz="744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REVENUE GENERATION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3416" r="0" b="-8341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119211" y="239233"/>
            <a:ext cx="9808535" cy="9808535"/>
          </a:xfrm>
          <a:custGeom>
            <a:avLst/>
            <a:gdLst/>
            <a:ahLst/>
            <a:cxnLst/>
            <a:rect r="r" b="b" t="t" l="l"/>
            <a:pathLst>
              <a:path h="9808535" w="9808535">
                <a:moveTo>
                  <a:pt x="0" y="0"/>
                </a:moveTo>
                <a:lnTo>
                  <a:pt x="9808535" y="0"/>
                </a:lnTo>
                <a:lnTo>
                  <a:pt x="9808535" y="9808534"/>
                </a:lnTo>
                <a:lnTo>
                  <a:pt x="0" y="98085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2092198" y="2572752"/>
            <a:ext cx="11356719" cy="5141496"/>
          </a:xfrm>
          <a:custGeom>
            <a:avLst/>
            <a:gdLst/>
            <a:ahLst/>
            <a:cxnLst/>
            <a:rect r="r" b="b" t="t" l="l"/>
            <a:pathLst>
              <a:path h="5141496" w="11356719">
                <a:moveTo>
                  <a:pt x="0" y="0"/>
                </a:moveTo>
                <a:lnTo>
                  <a:pt x="11356720" y="0"/>
                </a:lnTo>
                <a:lnTo>
                  <a:pt x="11356720" y="5141496"/>
                </a:lnTo>
                <a:lnTo>
                  <a:pt x="0" y="514149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9023478" y="2572752"/>
            <a:ext cx="11356719" cy="5141496"/>
          </a:xfrm>
          <a:custGeom>
            <a:avLst/>
            <a:gdLst/>
            <a:ahLst/>
            <a:cxnLst/>
            <a:rect r="r" b="b" t="t" l="l"/>
            <a:pathLst>
              <a:path h="5141496" w="11356719">
                <a:moveTo>
                  <a:pt x="11356720" y="0"/>
                </a:moveTo>
                <a:lnTo>
                  <a:pt x="0" y="0"/>
                </a:lnTo>
                <a:lnTo>
                  <a:pt x="0" y="5141496"/>
                </a:lnTo>
                <a:lnTo>
                  <a:pt x="11356720" y="5141496"/>
                </a:lnTo>
                <a:lnTo>
                  <a:pt x="11356720" y="0"/>
                </a:lnTo>
                <a:close/>
              </a:path>
            </a:pathLst>
          </a:custGeom>
          <a:blipFill>
            <a:blip r:embed="rId5">
              <a:alphaModFix amt="3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238672" y="3721630"/>
            <a:ext cx="12463166" cy="2557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05"/>
              </a:lnSpc>
            </a:pPr>
            <a:r>
              <a:rPr lang="en-US" sz="1493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THANK YOU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5590456" y="829596"/>
            <a:ext cx="8337290" cy="8229600"/>
          </a:xfrm>
          <a:custGeom>
            <a:avLst/>
            <a:gdLst/>
            <a:ahLst/>
            <a:cxnLst/>
            <a:rect r="r" b="b" t="t" l="l"/>
            <a:pathLst>
              <a:path h="8229600" w="8337290">
                <a:moveTo>
                  <a:pt x="0" y="0"/>
                </a:moveTo>
                <a:lnTo>
                  <a:pt x="8337290" y="0"/>
                </a:lnTo>
                <a:lnTo>
                  <a:pt x="833729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DAHDeFHcbyk</dc:identifier>
  <dcterms:modified xsi:type="dcterms:W3CDTF">2011-08-01T06:04:30Z</dcterms:modified>
  <cp:revision>1</cp:revision>
  <dc:title>Oscillation 3.0</dc:title>
</cp:coreProperties>
</file>